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76" y="292608"/>
            <a:ext cx="310896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